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164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17013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CF0E30"/>
    <a:srgbClr val="000000"/>
    <a:srgbClr val="FAF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10"/>
    <p:restoredTop sz="94660"/>
  </p:normalViewPr>
  <p:slideViewPr>
    <p:cSldViewPr>
      <p:cViewPr varScale="1">
        <p:scale>
          <a:sx n="63" d="100"/>
          <a:sy n="63" d="100"/>
        </p:scale>
        <p:origin x="112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2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60381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30700"/>
            <a:ext cx="5029200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987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8875" y="688975"/>
            <a:ext cx="4541838" cy="34067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</p:spTree>
    <p:extLst>
      <p:ext uri="{BB962C8B-B14F-4D97-AF65-F5344CB8AC3E}">
        <p14:creationId xmlns:p14="http://schemas.microsoft.com/office/powerpoint/2010/main" val="213587213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B48657-F98B-4464-83EE-F47265519928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93AC3-514C-456D-BDB9-AB9B63AE78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9489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85A7BBE-05E2-4D4B-ADC7-5D116FB910FD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68C72-B587-416D-AB91-781DD14795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51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D3521F-C567-49CA-B42C-20A5F60BB2FF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E2BFD5-DE72-4683-9E0A-C83C7F8D6B1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14136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812FD81-8AFE-4384-AAAE-9254B067D2E4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6304EA-5AF1-40F8-A5B2-562F76C8B1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573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7FBD4-A636-4CE7-9527-2AADFB05CB7B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6304EA-5AF1-40F8-A5B2-562F76C8B1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572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9E6B68F-5736-4EC8-ABAA-7B228CA81567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A29BEF-F5B5-48CC-ACE9-FD277AB90F1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63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F2614B0-875A-46D5-980B-514A66C87776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2CBEAB5-F78E-4EE6-B414-465FFB396FF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92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fld id="{8D24918B-39DB-4142-8B4B-78633C600D2B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1F895CE4-E3E0-48E7-B6C9-EDA51C85C7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095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D2CBD897-DFB2-473E-BA59-35243CE77E04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7863B5-7041-4782-BB44-90C81059965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8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B161298-A773-4BF3-8B9C-86EE1761CBDA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385BD3-E12B-48E3-935C-CB9903B86CD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718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398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C5480F2-16C4-409B-82F4-4606B3F76799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83877E-A217-4DB1-8A9C-F2059CA5152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4159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38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23408C1-1B82-421D-9F8F-8EB39993C9C5}" type="datetime1">
              <a:rPr lang="en-US" smtClean="0"/>
              <a:t>11/3/2023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06304EA-5AF1-40F8-A5B2-562F76C8B17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647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5" r:id="rId1"/>
    <p:sldLayoutId id="2147484166" r:id="rId2"/>
    <p:sldLayoutId id="2147484167" r:id="rId3"/>
    <p:sldLayoutId id="2147484168" r:id="rId4"/>
    <p:sldLayoutId id="2147484169" r:id="rId5"/>
    <p:sldLayoutId id="2147484170" r:id="rId6"/>
    <p:sldLayoutId id="2147484171" r:id="rId7"/>
    <p:sldLayoutId id="2147484172" r:id="rId8"/>
    <p:sldLayoutId id="2147484173" r:id="rId9"/>
    <p:sldLayoutId id="2147484174" r:id="rId10"/>
    <p:sldLayoutId id="2147484175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399" y="1905000"/>
            <a:ext cx="7543799" cy="2286000"/>
          </a:xfrm>
          <a:noFill/>
        </p:spPr>
        <p:txBody>
          <a:bodyPr anchor="ctr">
            <a:normAutofit/>
          </a:bodyPr>
          <a:lstStyle/>
          <a:p>
            <a:pPr algn="ctr" eaLnBrk="1" hangingPunct="1"/>
            <a:r>
              <a:rPr lang="en-US" sz="45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CMSC325</a:t>
            </a:r>
            <a:br>
              <a:rPr lang="en-US" sz="4500" b="1" dirty="0">
                <a:latin typeface="Arial Rounded MT Bold" panose="020F0704030504030204" pitchFamily="34" charset="0"/>
                <a:cs typeface="Arial" panose="020B0604020202020204" pitchFamily="34" charset="0"/>
              </a:rPr>
            </a:br>
            <a:r>
              <a:rPr lang="en-US" sz="4500" b="1" dirty="0">
                <a:latin typeface="Arial Rounded MT Bold" panose="020F0704030504030204" pitchFamily="34" charset="0"/>
                <a:cs typeface="Arial" panose="020B0604020202020204" pitchFamily="34" charset="0"/>
              </a:rPr>
              <a:t>Project Work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noFill/>
        </p:spPr>
        <p:txBody>
          <a:bodyPr>
            <a:normAutofit/>
          </a:bodyPr>
          <a:lstStyle/>
          <a:p>
            <a:pPr marL="342900" indent="-342900" algn="ctr" eaLnBrk="1" hangingPunct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Dr. Richa Sharma</a:t>
            </a:r>
          </a:p>
          <a:p>
            <a:pPr marL="342900" indent="-342900" algn="ctr" eaLnBrk="1" hangingPunct="1"/>
            <a:r>
              <a:rPr lang="en-US" sz="1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Lock Haven University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484F189-5F8B-E5BB-E153-E248929A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0993AC3-514C-456D-BDB9-AB9B63AE789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73243"/>
            <a:ext cx="7543800" cy="1450757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F1DC22-A093-D562-D85B-5149D15AA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1822132"/>
            <a:ext cx="7869237" cy="541686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Please work on a project in groups of 2 to 3.</a:t>
            </a:r>
          </a:p>
          <a:p>
            <a:r>
              <a:rPr lang="en-US" sz="2100" dirty="0"/>
              <a:t>	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Consider any scenario such as library (we have similar such example on assignment), rental booking, restaurant reservation, bus ticket booking, inventory, sales, accounting etc. 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Please work with 4-5 tables with reasonably sufficient data, at least 8-10 rows in each table. 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The tables should be related to each other through foreign keys. The tables should have appropriate primary keys and constraints.</a:t>
            </a:r>
          </a:p>
          <a:p>
            <a:pPr>
              <a:defRPr/>
            </a:pPr>
            <a:endParaRPr lang="en-US" sz="2300" dirty="0"/>
          </a:p>
          <a:p>
            <a:pPr>
              <a:defRPr/>
            </a:pPr>
            <a:endParaRPr lang="en-US" sz="1000" dirty="0"/>
          </a:p>
          <a:p>
            <a:pPr>
              <a:defRPr/>
            </a:pP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A9403-3E2B-8CD0-FD3A-3306E1CF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68C72-B587-416D-AB91-781DD147950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73243"/>
            <a:ext cx="7543800" cy="1450757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F1DC22-A093-D562-D85B-5149D15AA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1812459"/>
            <a:ext cx="7869237" cy="5940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Demonstrate a few business scenarios using:</a:t>
            </a:r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endParaRPr lang="en-US" sz="1100" dirty="0"/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At least two stored procedures</a:t>
            </a:r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At least one cursor</a:t>
            </a:r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At least one function</a:t>
            </a:r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At least one trigger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The procedures and functions should illustrate the business logic using loops and conditions – these should not be simple select/update/insert /delete queries! 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Demonstration can be nicely and easily done through unnamed procedural block!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>
              <a:defRPr/>
            </a:pPr>
            <a:endParaRPr lang="en-US" sz="2300" dirty="0"/>
          </a:p>
          <a:p>
            <a:pPr>
              <a:defRPr/>
            </a:pPr>
            <a:endParaRPr lang="en-US" sz="1000" dirty="0"/>
          </a:p>
          <a:p>
            <a:pPr>
              <a:defRPr/>
            </a:pP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A9403-3E2B-8CD0-FD3A-3306E1CF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68C72-B587-416D-AB91-781DD147950D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36135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822960" y="73243"/>
            <a:ext cx="7543800" cy="1450757"/>
          </a:xfrm>
        </p:spPr>
        <p:txBody>
          <a:bodyPr>
            <a:normAutofit/>
          </a:bodyPr>
          <a:lstStyle/>
          <a:p>
            <a:r>
              <a:rPr lang="en-US" sz="38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Guidelines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F1DC22-A093-D562-D85B-5149D15AA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" y="1866305"/>
            <a:ext cx="7869237" cy="5940088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Write a project report (1-2 pages) indicating what is your project work about, the tables that you have used and the business scenarios that are being demonstrated.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Project submission and demonstrations will be due in the last week of November before exams. 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Project points (30) = Project Work (20) + Demonstration (10)</a:t>
            </a:r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endParaRPr lang="en-US" sz="1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r>
              <a:rPr lang="en-US" sz="2100" dirty="0"/>
              <a:t>Please feel free to reach out to me if you need any help with the project work. </a:t>
            </a:r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100" dirty="0"/>
          </a:p>
          <a:p>
            <a:pPr marL="342900" indent="-342900" algn="just"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 marL="1085850" lvl="1" indent="-342900" algn="just">
              <a:buFont typeface="Wingdings" panose="05000000000000000000" pitchFamily="2" charset="2"/>
              <a:buChar char="§"/>
              <a:defRPr/>
            </a:pPr>
            <a:endParaRPr lang="en-US" sz="2200" dirty="0"/>
          </a:p>
          <a:p>
            <a:pPr>
              <a:defRPr/>
            </a:pPr>
            <a:endParaRPr lang="en-US" sz="2300" dirty="0"/>
          </a:p>
          <a:p>
            <a:pPr>
              <a:defRPr/>
            </a:pPr>
            <a:endParaRPr lang="en-US" sz="1000" dirty="0"/>
          </a:p>
          <a:p>
            <a:pPr>
              <a:defRPr/>
            </a:pPr>
            <a:endParaRPr lang="en-IN" sz="4000" b="1" dirty="0">
              <a:solidFill>
                <a:srgbClr val="00B05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5A9403-3E2B-8CD0-FD3A-3306E1CF0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E268C72-B587-416D-AB91-781DD147950D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72246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10094631</TotalTime>
  <Pages>32</Pages>
  <Words>248</Words>
  <Application>Microsoft Office PowerPoint</Application>
  <PresentationFormat>On-screen Show (4:3)</PresentationFormat>
  <Paragraphs>43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Arial</vt:lpstr>
      <vt:lpstr>Arial Rounded MT Bold</vt:lpstr>
      <vt:lpstr>Book Antiqua</vt:lpstr>
      <vt:lpstr>Calibri</vt:lpstr>
      <vt:lpstr>Calibri Light</vt:lpstr>
      <vt:lpstr>Wingdings</vt:lpstr>
      <vt:lpstr>Retrospect</vt:lpstr>
      <vt:lpstr>CMSC325 Project Work</vt:lpstr>
      <vt:lpstr>Guidelines</vt:lpstr>
      <vt:lpstr>Guidelines</vt:lpstr>
      <vt:lpstr>Guidelines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160</dc:title>
  <dc:subject>Introduction</dc:subject>
  <dc:creator>Susan Strayer</dc:creator>
  <cp:lastModifiedBy>Richa Sharma</cp:lastModifiedBy>
  <cp:revision>380</cp:revision>
  <cp:lastPrinted>1998-08-25T14:29:12Z</cp:lastPrinted>
  <dcterms:created xsi:type="dcterms:W3CDTF">1997-08-16T19:15:41Z</dcterms:created>
  <dcterms:modified xsi:type="dcterms:W3CDTF">2023-11-03T04:49:49Z</dcterms:modified>
</cp:coreProperties>
</file>